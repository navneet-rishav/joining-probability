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 to open: 'Aapne bola tha candidates ko score nahi, balki High / Medium / Low likely-to-join mein categorize karo with reasons. Wahi backend mein ban gaya hai and it's ready for Rahul/Tarun to integrate.'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it in his own words so he sees his requirement reflected exactly. The 'why' on both sides (match + red flags) is the key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Neeraj will care about most: it's an HR decision, so it has to be consistent and defensible. LLM only extracts; rules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the whole logic in four lines. Hard flag = instant Low. Otherwise count the soft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= candidate simply won't join, so it's a dealbreaker. Soft = resolvable risks, so we count them. This maps directly to Neeraj's salary + work-mode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 for the demo: 'more probable vs less probable, and why' — exactly what he asked to see. Walk one High and one Low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to the 'click to see reason' requirement. Both sides always populate, every candidate carries the candidate's own words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lines are what make a senior comfortable signing off: consistent, reusable, transparent.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the open decision to Neeraj — shows you thought ahead. Then confirm you'll pass the module to Rahul/Tarun.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0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" y="1371600"/>
            <a:ext cx="237744" cy="23774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" name="Shape 3"/>
          <p:cNvSpPr/>
          <p:nvPr/>
        </p:nvSpPr>
        <p:spPr>
          <a:xfrm>
            <a:off x="1453896" y="137160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Likelihood Framework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candidate categorization for the TalentAgent AI screening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E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AE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 ·  TalentAgent AI Suite  ·  HR Screening 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requested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Neeraj's direction, in short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not essential right now.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who is more probable and who is less probable — and why. If more likely, show the criteria that match. If less likely, specify the red flags where criteria did not meet.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97880" y="160020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19842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18196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 score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into likelihood buckets, not a 0–100 number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3447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32826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output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03720" y="36850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likely-to-join (+ Withdrawn)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897880" y="452628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910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474573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the reason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03720" y="5148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criteria for high, red flags for low — every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rules decide, not the LLM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candidate answers from the voice screening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36392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47288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2B3A7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structured values only (notice = 75, CTC = 22L…)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4593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3096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checks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pass/fail logic against the JD criteria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33688" y="2834640"/>
            <a:ext cx="338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44584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44584" y="201168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9244584" y="20116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81744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reasons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09176" y="347472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/ Withdrawn, with evidence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6EE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decides who passes — it only reads answers. Every decision is a fixed rule, so the result is the same every time and can be audited.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 — and how each is decided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0195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7F4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97480" y="2157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joining criteria met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9067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906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soft flag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69748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resolvable 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7939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793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 flag, or 2+ soft flags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97480" y="45354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Dealbreaker or multiple risks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46811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681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not interested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97480" y="57241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Self-withdrawal (kept separate)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order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HARD flag?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27066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273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2+ SOFT flags?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36027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35240" y="416966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1 SOFT flag?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3524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35240" y="50657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 no flags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35240" y="5394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E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criteria — and what counts as a flag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flags  —  dealbreaker, forces 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match primary location, role isn't remote, and candidate won't relocate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comfortable with the required work mode (e.g. wants WFH, role is hybrid)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flags  —  risk, counted toward tier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724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 over budget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&gt; limit and no buyout (N/A if unemployed)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105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docs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4074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 for background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946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offers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2486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Advanced-stage offer in hand — renege risk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7F4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criteria met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match · hybrid OK · CTC in budget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notice · BGC ready · no other offers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216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soft flag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90 days with no buyout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clears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hard + 1 soft flag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4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model: wants WFH, role is hybrid (hard)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22L over 18L budget, won't negotiate (soft)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46920" y="1828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65208" y="2423160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Self-withdrawal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65208" y="301752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no longer interested in the role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criteria not evaluated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candidate carries its reasons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what shows when you open a LOW candidate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E7F4EA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criteria  —  why still possible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Pune match, no relocation needed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08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9626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30 days, within the 60-day limit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94176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BGC: all documents ready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352544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offers: none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BEAE8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 —  why less likely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model  (HARD)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2642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comfortable with hybrid — wants WFH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200" i="1" dirty="0">
                <a:solidFill>
                  <a:srgbClr val="8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“main hybrid comfortable nahi hoon”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 (SOFT)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3785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22L over 18L budget, won't negotiate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 </a:t>
            </a:r>
            <a:pPr indent="0" marL="0">
              <a:buNone/>
            </a:pPr>
            <a:r>
              <a:rPr lang="en-US" sz="1200" i="1" dirty="0">
                <a:solidFill>
                  <a:srgbClr val="8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“itne pe move nahi karunga”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likelihood — dealbreaker: work_model  |  risk: ctc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holds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214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auditable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4048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gives the same result. No LLM randomness in the decision — every rejection is explainable and defensible.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602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447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per JD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limit, budget, location and work mode all come from per-role config. One engine handles every JD; nothing is hardcoded.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1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084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9286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default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91640" y="53675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carries matched criteria, red flags, and the candidate's own words — not a black-box label.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2B3A7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plug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joining_likelihood field to evaluation.json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— (answers + JD config) in, category + reasons 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effects; hands cleanly to Rahul / Tarun to wire into the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3A2A2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for you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over budget + refuses to negotiate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currently a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 → Medium.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instead be a dealbreaker → Low?  It's a one-line change either way.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852160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5852160"/>
            <a:ext cx="219456" cy="219456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585216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·  Config-driven  ·  Explainable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2026-08-14T12:20:38Z</dcterms:created>
  <dcterms:modified xsi:type="dcterms:W3CDTF">2026-08-14T12:20:38Z</dcterms:modified>
</cp:coreProperties>
</file>