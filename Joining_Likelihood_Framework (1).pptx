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One-liner to open: 'Aapne bola tha candidates ko score nahi, balki High / Medium / Low likely-to-join mein categorize karo with reasons. Wahi backend mein ban gaya hai and it's ready for Rahul/Tarun to integrate.'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it in his own words so he sees his requirement reflected exactly. The 'why' on both sides (match + red flags) is the key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point stakeholders care about most: it's an HR decision, so it has to be consistent and defensible. LLM only extracts; rules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 is the whole logic in four lines. Hard flag = instant Low. Otherwise count the soft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= candidate simply won't join, so it's a dealbreaker. Soft = resolvable risks, so we count them. This maps directly to the salary + work-mode example raised in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slide for the demo: 'more probable vs less probable, and why' — exactly what he asked to see. Walk one High and one Low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to the 'click to see reason' requirement. Both sides always populate, every candidate carries the candidate's own words as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lines are what make a senior comfortable signing off: consistent, reusable, transparent.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handing over the open decision to the stakeholder — shows you thought ahead. Then confirm the module goes to Rahul/Tarun.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0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" y="1371600"/>
            <a:ext cx="237744" cy="23774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5" name="Shape 3"/>
          <p:cNvSpPr/>
          <p:nvPr/>
        </p:nvSpPr>
        <p:spPr>
          <a:xfrm>
            <a:off x="1453896" y="137160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Joining Likelihood Framework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candidate categorization for the TalentAgent AI screening pipeline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E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5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500" b="1" dirty="0">
                <a:solidFill>
                  <a:srgbClr val="F09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500" b="1" dirty="0">
                <a:solidFill>
                  <a:srgbClr val="AE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 ·  TalentAgent AI Suite  ·  HR Screening Agent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requested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requirement, in short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F4F6FB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not essential right now.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who is more probable and who is less probable — and why. If more likely, show the criteria that match. If less likely, specify the red flags where criteria did not meet.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97880" y="1600200"/>
            <a:ext cx="5715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72200" y="19842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03720" y="181965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numeric score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into likelihood buckets, not a 0–100 number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897880" y="3063240"/>
            <a:ext cx="5715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34472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03720" y="328269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 output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903720" y="368503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likely-to-join (+ Withdrawn)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897880" y="4526280"/>
            <a:ext cx="5715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4910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4910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474573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 the reason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03720" y="514807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criteria for high, red flags for low — every time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rules decide, not the LLM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201168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transcript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347472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candidate answers from the voice screening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36392" y="2834640"/>
            <a:ext cx="338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47288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47288" y="201168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2B3A7C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20116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84448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47472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structured values only (notice = 75, CTC = 22L…)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0" y="2834640"/>
            <a:ext cx="338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45936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45936" y="201168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20116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83096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 checks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10528" y="347472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pass/fail logic against the JD criteria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33688" y="2834640"/>
            <a:ext cx="338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244584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44584" y="201168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9244584" y="20116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81744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reasons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09176" y="347472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/ Withdrawn, with evidence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EF6EE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decides who passes — it only reads answers. Every decision is a fixed rule, so the result is the same every time and can be audited.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categories — and how each is decided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583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90195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E7F4E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01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97480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flags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697480" y="21579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joining criteria met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583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09067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BF0D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906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1 soft flag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69748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resolvable risk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6583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27939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793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4114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hard flag, or 2+ soft flags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697480" y="45354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Dealbreaker or multiple risks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6583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546811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4681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97480" y="5303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not interested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697480" y="57241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Self-withdrawal (kept separate)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06640" y="155448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35240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order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635240" y="2377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HARD flag?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35240" y="270662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9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35240" y="32735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 2+ SOFT flags?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35240" y="360273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9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LOW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35240" y="416966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 1 SOFT flag?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35240" y="44988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MEDIUM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35240" y="506577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 no flags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35240" y="5394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E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criteria — and what counts as a flag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60020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flags  —  dealbreaker, forces LOW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match primary location, role isn't remote, and candidate won't relocate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comfortable with the required work mode (e.g. wants WFH, role is hybrid)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0020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00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flags  —  risk, counted toward tier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7249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pay over budget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2644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3566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&gt; limit and no buyout (N/A if unemployed)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4105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BGC docs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44074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documents for background verification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49469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offers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52486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Advanced-stage offer in hand — renege risk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8288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7F4E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42316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criteria met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01752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match · hybrid OK · CTC in budget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notice · BGC ready · no other offers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044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03320" y="18288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BF0DA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21608" y="242316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soft flag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21608" y="301752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90 days with no buyout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clears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0" y="18288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93408" y="242316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hard + 1 soft flag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93408" y="301752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model: wants WFH, role is hybrid (hard)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22L over 18L budget, won't negotiate (soft)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46404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46920" y="18288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/>
        </p:spPr>
      </p:sp>
      <p:sp>
        <p:nvSpPr>
          <p:cNvPr id="20" name="Text 18"/>
          <p:cNvSpPr/>
          <p:nvPr/>
        </p:nvSpPr>
        <p:spPr>
          <a:xfrm>
            <a:off x="9646920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65208" y="242316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Self-withdrawal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65208" y="301752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no longer interested in the role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criteria not evaluated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candidate carries its reasons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what shows when you open a LOW candidate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E7F4EA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criteria  —  why still possible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50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304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Pune match, no relocation needed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035808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08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9626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30 days, within the 60-day limit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694176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66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210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BGC: all documents ready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352544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25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4279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offers: none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FBEAE8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 —  why less likely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2331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model  (HARD)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37960" y="26426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comfortable with hybrid — wants WFH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2990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 </a:t>
            </a:r>
            <a:pPr indent="0" marL="0">
              <a:buNone/>
            </a:pPr>
            <a:r>
              <a:rPr lang="en-US" sz="1200" i="1" dirty="0">
                <a:solidFill>
                  <a:srgbClr val="8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“main hybrid comfortable nahi hoon”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3474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 (SOFT)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37960" y="37856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22L over 18L budget, won't negotiate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4133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 </a:t>
            </a:r>
            <a:pPr indent="0" marL="0">
              <a:buNone/>
            </a:pPr>
            <a:r>
              <a:rPr lang="en-US" sz="1200" i="1" dirty="0">
                <a:solidFill>
                  <a:srgbClr val="8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“itne pe move nahi karunga”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likelihood — dealbreaker: work_model  |  risk: ctc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design holds 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214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965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&amp; auditable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91640" y="240487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always gives the same result. No LLM randomness in the decision — every rejection is explainable and defensible.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6027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02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3447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per JD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91640" y="38862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limit, budget, location and work mode all come from per-role config. One engine handles every JD; nothing is hardcoded.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00016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50840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84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492861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by default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91640" y="536752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carries matched criteria, red flags, and the candidate's own words — not a black-box label.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&amp; next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2B3A7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plug 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joining_likelihood field to evaluation.json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 — (answers + JD config) in, category + reasons out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side effects; hands cleanly to Rahul / Tarun to wire into the pipeline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166360" cy="2834640"/>
          </a:xfrm>
          <a:prstGeom prst="roundRect">
            <a:avLst>
              <a:gd name="adj" fmla="val 2581"/>
            </a:avLst>
          </a:prstGeom>
          <a:solidFill>
            <a:srgbClr val="3A2A2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37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9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for you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over budget + refuses to negotiate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currently a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flag → Medium.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it instead be a dealbreaker → Low?  It's a one-line change either way.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5852160"/>
            <a:ext cx="219456" cy="21945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5852160"/>
            <a:ext cx="219456" cy="219456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5852160"/>
            <a:ext cx="219456" cy="21945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 ·  Config-driven  ·  Explainable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2026-08-17T10:23:07Z</dcterms:created>
  <dcterms:modified xsi:type="dcterms:W3CDTF">2026-08-17T10:23:07Z</dcterms:modified>
</cp:coreProperties>
</file>